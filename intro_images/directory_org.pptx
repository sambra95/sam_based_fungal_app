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40"/>
  </p:normalViewPr>
  <p:slideViewPr>
    <p:cSldViewPr snapToGrid="0">
      <p:cViewPr varScale="1">
        <p:scale>
          <a:sx n="95" d="100"/>
          <a:sy n="95" d="100"/>
        </p:scale>
        <p:origin x="200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AAC6F-5973-3711-AA53-68D9CC36F9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3B5162-CC6B-E272-0077-567A54B8EE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6477A-15C8-3373-35FD-F1ED9D050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190EB-09B0-0549-8385-B73F64FA25FC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8BAED-64B8-3F84-C747-25B1C0ED2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0C880-CD12-512F-B7C4-08D7C6549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9422A-3768-AF45-B833-79633A7632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5631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FEAB7-F143-5443-5051-49847FD71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74C4A-7512-50D6-2F77-A11F74738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8439E-E633-E9CA-9426-8A54C1278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190EB-09B0-0549-8385-B73F64FA25FC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18F26-852F-F008-AE56-FD01A73AB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96F7B-893A-EF74-86AE-70055EEBE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9422A-3768-AF45-B833-79633A7632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3093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A3744-7127-B44B-6F0F-9B59A0132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E3F248-0AE4-5AE7-D190-F60D734807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8BC2E-A90B-BFE1-A9CF-E47D21DA6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190EB-09B0-0549-8385-B73F64FA25FC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B73D6-93BA-F463-30A3-0BA33FFEA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B02E3-0866-12B6-FEFE-751675BE3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9422A-3768-AF45-B833-79633A7632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9345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48387-02CE-9C08-62C4-C292865C9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17B90-D15D-5E35-ABB3-6CB34DCD17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439E51-52BC-4B4F-0C3D-F7B5822C9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34CD47-AB2F-FB71-C564-34C07B9E3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190EB-09B0-0549-8385-B73F64FA25FC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C6C94C-56EC-D64D-460C-AC5334591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FB0B92-889F-CC78-83E7-16CB5EF85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9422A-3768-AF45-B833-79633A7632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894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7B993-F470-4157-E44D-68014BF3C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3D9EA9-4F4C-A822-B8B7-DD77FE78B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942101-159D-F50C-C9B7-ADF5F35D1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ABB5D4-9FCE-A97D-A56F-C44ECD51D3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494EA9-9358-2BED-BC7D-55A6B1090D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82DADA-8115-EB49-A44A-5DA0C129D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190EB-09B0-0549-8385-B73F64FA25FC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7563C9-6BD0-5A0C-0B5E-628AACAF8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F250E0-D05C-BD80-A71C-45AFC90DB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9422A-3768-AF45-B833-79633A7632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6192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123C5-3372-E356-9F28-AD293698E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4ECB73-0FFC-A307-DBB9-2E74FA2C6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190EB-09B0-0549-8385-B73F64FA25FC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6C87D-C0D3-4F19-5688-F82678E3C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F920AF-6351-BB24-6C5D-502D06DE8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9422A-3768-AF45-B833-79633A7632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4436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861D02-AB56-D6FB-424A-5A6BB9C15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190EB-09B0-0549-8385-B73F64FA25FC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E45EC3-F2BD-033E-CC9D-DE28C3BD6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F5959-6204-551F-866D-CE536C10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9422A-3768-AF45-B833-79633A7632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2465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361D5-6D08-901D-781F-8E6D41F2E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55EDF-65E2-C99D-39DF-8708A7A81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8EE7D-0D2B-95E7-7B3F-80181CDE80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18CADB-0EE1-E237-4E1A-68E1AB79E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190EB-09B0-0549-8385-B73F64FA25FC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20B557-78DB-F362-E8E8-29578D012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29686C-C38E-60D6-70BA-5E6E3DE07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9422A-3768-AF45-B833-79633A7632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27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09CB0-2248-84D5-3B21-E48128081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E6AEF7-6C1C-E85C-2776-479BFA87B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64FF49-CE08-0E48-D963-336DA65E70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45631F-25CE-150B-9B3A-5DF08C0EF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190EB-09B0-0549-8385-B73F64FA25FC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1A8CC-E349-382A-F1AC-4DAE6725B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4ECC38-EA2B-940E-4EE0-6CBF1A763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9422A-3768-AF45-B833-79633A7632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9979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D1840-F555-3197-F2B9-77475C3CA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0E1E6F-2BBD-3787-FE07-B99C4DB577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52232-5CCA-7F6C-2CB0-C63A4A84F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190EB-09B0-0549-8385-B73F64FA25FC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D32FB-EB0B-E0B4-0859-30012B5A9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6C7DC-E4D1-72E9-7F70-3385623E2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9422A-3768-AF45-B833-79633A7632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8263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C4BF54-D34B-8E94-9BED-3F1B7E2200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767EB5-FC47-9C8B-891F-CD577FCFEC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2050A-3B29-5A72-4F07-3328924C4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190EB-09B0-0549-8385-B73F64FA25FC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4E290-2712-8849-C422-E6BA6FD4F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D974E-8D31-FAD7-E1A7-23DA5B12B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9422A-3768-AF45-B833-79633A7632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3030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071DD3-3EB5-F056-0221-19BA5CCC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6F8208-2538-DD00-C61B-64BE45B82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2B5D4-FA90-1741-1DF9-B0682F4767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6190EB-09B0-0549-8385-B73F64FA25FC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E0E03-7F59-5ED5-A9DE-05E5D25920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B4B80-1A21-5D69-3C0C-40B13EC180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39422A-3768-AF45-B833-79633A7632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6556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9468A-5FF1-2F59-6230-95EB5F196C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1712D3-6A54-2141-B733-9C337B3E52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5504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older Icons Mac Png">
            <a:extLst>
              <a:ext uri="{FF2B5EF4-FFF2-40B4-BE49-F238E27FC236}">
                <a16:creationId xmlns:a16="http://schemas.microsoft.com/office/drawing/2014/main" id="{65BB532C-B746-9C88-9B99-0A8C9D882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945" y="354846"/>
            <a:ext cx="858371" cy="858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44A1CF9-EF0D-1BDE-DC47-D385A136C064}"/>
              </a:ext>
            </a:extLst>
          </p:cNvPr>
          <p:cNvSpPr/>
          <p:nvPr/>
        </p:nvSpPr>
        <p:spPr>
          <a:xfrm>
            <a:off x="826993" y="1452283"/>
            <a:ext cx="1310279" cy="762107"/>
          </a:xfrm>
          <a:prstGeom prst="round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err="1">
                <a:solidFill>
                  <a:schemeClr val="tx2"/>
                </a:solidFill>
              </a:rPr>
              <a:t>app.py</a:t>
            </a:r>
            <a:endParaRPr lang="en-GB" sz="1200" dirty="0">
              <a:solidFill>
                <a:schemeClr val="tx2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531EE41-9B0E-F457-0FEE-16D744F68CFD}"/>
              </a:ext>
            </a:extLst>
          </p:cNvPr>
          <p:cNvSpPr/>
          <p:nvPr/>
        </p:nvSpPr>
        <p:spPr>
          <a:xfrm>
            <a:off x="2830226" y="1452283"/>
            <a:ext cx="1310279" cy="762107"/>
          </a:xfrm>
          <a:prstGeom prst="round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2"/>
                </a:solidFill>
              </a:rPr>
              <a:t>1_home_page.py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A9A1068-BFE1-80BF-17F4-5697A3FB95AD}"/>
              </a:ext>
            </a:extLst>
          </p:cNvPr>
          <p:cNvSpPr/>
          <p:nvPr/>
        </p:nvSpPr>
        <p:spPr>
          <a:xfrm>
            <a:off x="2830226" y="2593814"/>
            <a:ext cx="1310279" cy="762107"/>
          </a:xfrm>
          <a:prstGeom prst="round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2"/>
                </a:solidFill>
              </a:rPr>
              <a:t>2_Upload_data.py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F66CEA4-C419-85CB-D0B5-7257F9A59200}"/>
              </a:ext>
            </a:extLst>
          </p:cNvPr>
          <p:cNvSpPr/>
          <p:nvPr/>
        </p:nvSpPr>
        <p:spPr>
          <a:xfrm>
            <a:off x="2830226" y="3735345"/>
            <a:ext cx="1310279" cy="762107"/>
          </a:xfrm>
          <a:prstGeom prst="round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2"/>
                </a:solidFill>
              </a:rPr>
              <a:t>3_Create_and_Edit_Masks.py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C159A8F-CD37-9A84-AF18-90F8332A9B14}"/>
              </a:ext>
            </a:extLst>
          </p:cNvPr>
          <p:cNvSpPr/>
          <p:nvPr/>
        </p:nvSpPr>
        <p:spPr>
          <a:xfrm>
            <a:off x="2808468" y="4876876"/>
            <a:ext cx="1310279" cy="762107"/>
          </a:xfrm>
          <a:prstGeom prst="round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2"/>
                </a:solidFill>
              </a:rPr>
              <a:t>4_Fine_Tune_Models.py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76A013C-C569-B98C-6DE6-B3D91D91CA19}"/>
              </a:ext>
            </a:extLst>
          </p:cNvPr>
          <p:cNvSpPr/>
          <p:nvPr/>
        </p:nvSpPr>
        <p:spPr>
          <a:xfrm>
            <a:off x="826992" y="2430948"/>
            <a:ext cx="1310279" cy="762107"/>
          </a:xfrm>
          <a:prstGeom prst="round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err="1">
                <a:solidFill>
                  <a:schemeClr val="tx2"/>
                </a:solidFill>
              </a:rPr>
              <a:t>boot.py</a:t>
            </a:r>
            <a:endParaRPr lang="en-GB" sz="1200" dirty="0">
              <a:solidFill>
                <a:schemeClr val="tx2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21A3BC2-9A76-F13D-EDFE-CD4D2861C286}"/>
              </a:ext>
            </a:extLst>
          </p:cNvPr>
          <p:cNvSpPr/>
          <p:nvPr/>
        </p:nvSpPr>
        <p:spPr>
          <a:xfrm>
            <a:off x="2798968" y="6018406"/>
            <a:ext cx="1310279" cy="762107"/>
          </a:xfrm>
          <a:prstGeom prst="round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2"/>
                </a:solidFill>
              </a:rPr>
              <a:t>5_Cell_Metrics.py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6ABE245-6DCE-65CB-F56B-EE66589EF58C}"/>
              </a:ext>
            </a:extLst>
          </p:cNvPr>
          <p:cNvSpPr/>
          <p:nvPr/>
        </p:nvSpPr>
        <p:spPr>
          <a:xfrm>
            <a:off x="4466863" y="1424620"/>
            <a:ext cx="1629137" cy="762107"/>
          </a:xfrm>
          <a:prstGeom prst="round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err="1">
                <a:solidFill>
                  <a:schemeClr val="tx2"/>
                </a:solidFill>
              </a:rPr>
              <a:t>upload_panel.py</a:t>
            </a:r>
            <a:endParaRPr lang="en-GB" sz="1200" dirty="0">
              <a:solidFill>
                <a:schemeClr val="tx2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CB5E794-E5EE-F978-0547-7036BC3E785C}"/>
              </a:ext>
            </a:extLst>
          </p:cNvPr>
          <p:cNvSpPr/>
          <p:nvPr/>
        </p:nvSpPr>
        <p:spPr>
          <a:xfrm>
            <a:off x="4466863" y="2955608"/>
            <a:ext cx="1629137" cy="762107"/>
          </a:xfrm>
          <a:prstGeom prst="round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err="1">
                <a:solidFill>
                  <a:schemeClr val="tx2"/>
                </a:solidFill>
              </a:rPr>
              <a:t>mask_editing_panel.py</a:t>
            </a:r>
            <a:endParaRPr lang="en-GB" sz="1200" dirty="0">
              <a:solidFill>
                <a:schemeClr val="tx2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B47056E-782C-67EE-C347-8C2DA75FF2E3}"/>
              </a:ext>
            </a:extLst>
          </p:cNvPr>
          <p:cNvSpPr/>
          <p:nvPr/>
        </p:nvSpPr>
        <p:spPr>
          <a:xfrm>
            <a:off x="4466863" y="4486596"/>
            <a:ext cx="1629137" cy="762107"/>
          </a:xfrm>
          <a:prstGeom prst="round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err="1">
                <a:solidFill>
                  <a:schemeClr val="tx2"/>
                </a:solidFill>
              </a:rPr>
              <a:t>fine_tune_panel.py</a:t>
            </a:r>
            <a:endParaRPr lang="en-GB" sz="1200" dirty="0">
              <a:solidFill>
                <a:schemeClr val="tx2"/>
              </a:solidFill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28E0AD0-14A7-FD30-B90E-BD0193DF3EC3}"/>
              </a:ext>
            </a:extLst>
          </p:cNvPr>
          <p:cNvSpPr/>
          <p:nvPr/>
        </p:nvSpPr>
        <p:spPr>
          <a:xfrm>
            <a:off x="4466863" y="6017585"/>
            <a:ext cx="1629137" cy="762107"/>
          </a:xfrm>
          <a:prstGeom prst="round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err="1">
                <a:solidFill>
                  <a:schemeClr val="tx2"/>
                </a:solidFill>
              </a:rPr>
              <a:t>cell_metrics_panel.py</a:t>
            </a:r>
            <a:endParaRPr lang="en-GB" sz="1200" dirty="0">
              <a:solidFill>
                <a:schemeClr val="tx2"/>
              </a:solidFill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535F0C4-4807-56AB-B026-2B04A7581B1D}"/>
              </a:ext>
            </a:extLst>
          </p:cNvPr>
          <p:cNvSpPr/>
          <p:nvPr/>
        </p:nvSpPr>
        <p:spPr>
          <a:xfrm>
            <a:off x="6485818" y="1282777"/>
            <a:ext cx="2088672" cy="762107"/>
          </a:xfrm>
          <a:prstGeom prst="round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err="1">
                <a:solidFill>
                  <a:schemeClr val="tx2"/>
                </a:solidFill>
              </a:rPr>
              <a:t>upload_download_functions.py</a:t>
            </a:r>
            <a:endParaRPr lang="en-GB" sz="1100" dirty="0">
              <a:solidFill>
                <a:schemeClr val="tx2"/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4E33557-5C8F-BCFB-D401-8E3A3625DE78}"/>
              </a:ext>
            </a:extLst>
          </p:cNvPr>
          <p:cNvSpPr/>
          <p:nvPr/>
        </p:nvSpPr>
        <p:spPr>
          <a:xfrm>
            <a:off x="6485818" y="2235271"/>
            <a:ext cx="2088672" cy="762107"/>
          </a:xfrm>
          <a:prstGeom prst="round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err="1">
                <a:solidFill>
                  <a:schemeClr val="tx2"/>
                </a:solidFill>
              </a:rPr>
              <a:t>mask_editing_functions.py</a:t>
            </a:r>
            <a:endParaRPr lang="en-GB" sz="1200" dirty="0">
              <a:solidFill>
                <a:schemeClr val="tx2"/>
              </a:solidFill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9C64E72-870F-CD32-6BE8-531D865684E0}"/>
              </a:ext>
            </a:extLst>
          </p:cNvPr>
          <p:cNvSpPr/>
          <p:nvPr/>
        </p:nvSpPr>
        <p:spPr>
          <a:xfrm>
            <a:off x="6485818" y="3187765"/>
            <a:ext cx="2088672" cy="762107"/>
          </a:xfrm>
          <a:prstGeom prst="round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err="1">
                <a:solidFill>
                  <a:schemeClr val="tx2"/>
                </a:solidFill>
              </a:rPr>
              <a:t>classifying_functions.py</a:t>
            </a:r>
            <a:endParaRPr lang="en-GB" sz="1200" dirty="0">
              <a:solidFill>
                <a:schemeClr val="tx2"/>
              </a:solidFill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C2E9F1A-01D7-0AA6-6520-819BC48ECF59}"/>
              </a:ext>
            </a:extLst>
          </p:cNvPr>
          <p:cNvSpPr/>
          <p:nvPr/>
        </p:nvSpPr>
        <p:spPr>
          <a:xfrm>
            <a:off x="6485818" y="4140259"/>
            <a:ext cx="2088672" cy="762107"/>
          </a:xfrm>
          <a:prstGeom prst="round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err="1">
                <a:solidFill>
                  <a:schemeClr val="tx2"/>
                </a:solidFill>
              </a:rPr>
              <a:t>cellpose_functions.py</a:t>
            </a:r>
            <a:endParaRPr lang="en-GB" sz="1200" dirty="0">
              <a:solidFill>
                <a:schemeClr val="tx2"/>
              </a:solidFill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C08F0B0-E9B1-449E-3B33-3E82110B3189}"/>
              </a:ext>
            </a:extLst>
          </p:cNvPr>
          <p:cNvSpPr/>
          <p:nvPr/>
        </p:nvSpPr>
        <p:spPr>
          <a:xfrm>
            <a:off x="6485818" y="6045245"/>
            <a:ext cx="2088672" cy="762107"/>
          </a:xfrm>
          <a:prstGeom prst="round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err="1">
                <a:solidFill>
                  <a:schemeClr val="tx2"/>
                </a:solidFill>
              </a:rPr>
              <a:t>cell_metrics_functions.py</a:t>
            </a:r>
            <a:endParaRPr lang="en-GB" sz="1200" dirty="0">
              <a:solidFill>
                <a:schemeClr val="tx2"/>
              </a:solidFill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123CC18-5C22-08D8-1F16-5996B59CE861}"/>
              </a:ext>
            </a:extLst>
          </p:cNvPr>
          <p:cNvSpPr/>
          <p:nvPr/>
        </p:nvSpPr>
        <p:spPr>
          <a:xfrm>
            <a:off x="6485818" y="5092753"/>
            <a:ext cx="2088672" cy="762107"/>
          </a:xfrm>
          <a:prstGeom prst="round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err="1">
                <a:solidFill>
                  <a:schemeClr val="tx2"/>
                </a:solidFill>
              </a:rPr>
              <a:t>densenet_functions.py</a:t>
            </a:r>
            <a:endParaRPr lang="en-GB" sz="1200" dirty="0">
              <a:solidFill>
                <a:schemeClr val="tx2"/>
              </a:solidFill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02642CC-0C51-3611-3DEF-3332CDE2F2EB}"/>
              </a:ext>
            </a:extLst>
          </p:cNvPr>
          <p:cNvSpPr/>
          <p:nvPr/>
        </p:nvSpPr>
        <p:spPr>
          <a:xfrm>
            <a:off x="8706634" y="1282776"/>
            <a:ext cx="1310279" cy="762107"/>
          </a:xfrm>
          <a:prstGeom prst="round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err="1">
                <a:solidFill>
                  <a:schemeClr val="tx2"/>
                </a:solidFill>
              </a:rPr>
              <a:t>config.py</a:t>
            </a:r>
            <a:endParaRPr lang="en-GB" sz="1200" dirty="0">
              <a:solidFill>
                <a:schemeClr val="tx2"/>
              </a:solidFill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2E4F14B-FA8E-2222-90AD-6A52C9B65868}"/>
              </a:ext>
            </a:extLst>
          </p:cNvPr>
          <p:cNvSpPr/>
          <p:nvPr/>
        </p:nvSpPr>
        <p:spPr>
          <a:xfrm>
            <a:off x="8706634" y="2212760"/>
            <a:ext cx="1310279" cy="762107"/>
          </a:xfrm>
          <a:prstGeom prst="round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err="1">
                <a:solidFill>
                  <a:schemeClr val="tx2"/>
                </a:solidFill>
              </a:rPr>
              <a:t>state_ops.py</a:t>
            </a:r>
            <a:endParaRPr lang="en-GB" sz="1200" dirty="0">
              <a:solidFill>
                <a:schemeClr val="tx2"/>
              </a:solidFill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392D1BA6-2E18-1999-CC8C-B3FB33C2F5C7}"/>
              </a:ext>
            </a:extLst>
          </p:cNvPr>
          <p:cNvSpPr/>
          <p:nvPr/>
        </p:nvSpPr>
        <p:spPr>
          <a:xfrm>
            <a:off x="10709867" y="1282775"/>
            <a:ext cx="1310279" cy="762107"/>
          </a:xfrm>
          <a:prstGeom prst="round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err="1">
                <a:solidFill>
                  <a:schemeClr val="tx2"/>
                </a:solidFill>
              </a:rPr>
              <a:t>intro_page.py</a:t>
            </a:r>
            <a:endParaRPr lang="en-GB" sz="1200" dirty="0">
              <a:solidFill>
                <a:schemeClr val="tx2"/>
              </a:solidFill>
            </a:endParaRPr>
          </a:p>
        </p:txBody>
      </p:sp>
      <p:pic>
        <p:nvPicPr>
          <p:cNvPr id="29" name="Picture 2" descr="Folder Icons Mac Png">
            <a:extLst>
              <a:ext uri="{FF2B5EF4-FFF2-40B4-BE49-F238E27FC236}">
                <a16:creationId xmlns:a16="http://schemas.microsoft.com/office/drawing/2014/main" id="{46329728-F26A-5AE4-B5F1-94B08379F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6179" y="354846"/>
            <a:ext cx="858371" cy="858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Folder Icons Mac Png">
            <a:extLst>
              <a:ext uri="{FF2B5EF4-FFF2-40B4-BE49-F238E27FC236}">
                <a16:creationId xmlns:a16="http://schemas.microsoft.com/office/drawing/2014/main" id="{6C0D5EA5-345D-E8D6-F9DB-1C6788337C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4159" y="354846"/>
            <a:ext cx="858371" cy="858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Folder Icons Mac Png">
            <a:extLst>
              <a:ext uri="{FF2B5EF4-FFF2-40B4-BE49-F238E27FC236}">
                <a16:creationId xmlns:a16="http://schemas.microsoft.com/office/drawing/2014/main" id="{A02A7A0D-3D21-E76D-0E78-B05E576E4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6514" y="354845"/>
            <a:ext cx="858371" cy="858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Folder Icons Mac Png">
            <a:extLst>
              <a:ext uri="{FF2B5EF4-FFF2-40B4-BE49-F238E27FC236}">
                <a16:creationId xmlns:a16="http://schemas.microsoft.com/office/drawing/2014/main" id="{D295B500-C874-CC9C-22BE-7812A793A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4906" y="354845"/>
            <a:ext cx="858371" cy="858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6A98A90-82B4-CA15-EE35-83FBA89DA2EC}"/>
              </a:ext>
            </a:extLst>
          </p:cNvPr>
          <p:cNvSpPr txBox="1"/>
          <p:nvPr/>
        </p:nvSpPr>
        <p:spPr>
          <a:xfrm>
            <a:off x="1135572" y="50647"/>
            <a:ext cx="10236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Main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D349D1-CEED-B680-E6CD-C3D4CC7279BC}"/>
              </a:ext>
            </a:extLst>
          </p:cNvPr>
          <p:cNvSpPr txBox="1"/>
          <p:nvPr/>
        </p:nvSpPr>
        <p:spPr>
          <a:xfrm>
            <a:off x="3138806" y="50647"/>
            <a:ext cx="10236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views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D744C5-E8F6-8348-80BC-C5543977FE4C}"/>
              </a:ext>
            </a:extLst>
          </p:cNvPr>
          <p:cNvSpPr txBox="1"/>
          <p:nvPr/>
        </p:nvSpPr>
        <p:spPr>
          <a:xfrm>
            <a:off x="4954860" y="50647"/>
            <a:ext cx="10236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panels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CC62FD-C348-7B08-A59D-597894613ACA}"/>
              </a:ext>
            </a:extLst>
          </p:cNvPr>
          <p:cNvSpPr txBox="1"/>
          <p:nvPr/>
        </p:nvSpPr>
        <p:spPr>
          <a:xfrm>
            <a:off x="7871597" y="61900"/>
            <a:ext cx="10236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helpers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6C8FC9D-EA74-A545-4448-D3A289C482B8}"/>
              </a:ext>
            </a:extLst>
          </p:cNvPr>
          <p:cNvSpPr txBox="1"/>
          <p:nvPr/>
        </p:nvSpPr>
        <p:spPr>
          <a:xfrm>
            <a:off x="10898456" y="61900"/>
            <a:ext cx="1540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err="1"/>
              <a:t>help_texts</a:t>
            </a:r>
            <a:endParaRPr lang="en-GB" sz="1200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B5CE4D0-ABE0-B8A8-CBF5-35EEFB604C1B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137272" y="1833337"/>
            <a:ext cx="692954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5AEB24A-99FF-938B-5DF8-F3BAB0235A4C}"/>
              </a:ext>
            </a:extLst>
          </p:cNvPr>
          <p:cNvCxnSpPr>
            <a:cxnSpLocks/>
            <a:stCxn id="25" idx="1"/>
            <a:endCxn id="17" idx="3"/>
          </p:cNvCxnSpPr>
          <p:nvPr/>
        </p:nvCxnSpPr>
        <p:spPr>
          <a:xfrm flipH="1" flipV="1">
            <a:off x="6096000" y="4867650"/>
            <a:ext cx="389818" cy="60615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F582C2A-15DF-A606-4CE4-E7A0CB492923}"/>
              </a:ext>
            </a:extLst>
          </p:cNvPr>
          <p:cNvCxnSpPr>
            <a:cxnSpLocks/>
            <a:stCxn id="22" idx="1"/>
            <a:endCxn id="17" idx="3"/>
          </p:cNvCxnSpPr>
          <p:nvPr/>
        </p:nvCxnSpPr>
        <p:spPr>
          <a:xfrm flipH="1">
            <a:off x="6096000" y="4521313"/>
            <a:ext cx="389818" cy="34633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610AB89-DD63-CE50-4CF9-AE49B12A49F4}"/>
              </a:ext>
            </a:extLst>
          </p:cNvPr>
          <p:cNvCxnSpPr>
            <a:cxnSpLocks/>
            <a:stCxn id="25" idx="1"/>
            <a:endCxn id="16" idx="3"/>
          </p:cNvCxnSpPr>
          <p:nvPr/>
        </p:nvCxnSpPr>
        <p:spPr>
          <a:xfrm flipH="1" flipV="1">
            <a:off x="6096000" y="3336662"/>
            <a:ext cx="389818" cy="213714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7D50F39-3AAA-141B-D80E-A63524CA1841}"/>
              </a:ext>
            </a:extLst>
          </p:cNvPr>
          <p:cNvCxnSpPr>
            <a:cxnSpLocks/>
            <a:stCxn id="22" idx="1"/>
            <a:endCxn id="16" idx="3"/>
          </p:cNvCxnSpPr>
          <p:nvPr/>
        </p:nvCxnSpPr>
        <p:spPr>
          <a:xfrm flipH="1" flipV="1">
            <a:off x="6096000" y="3336662"/>
            <a:ext cx="389818" cy="118465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C18839A-827C-4759-9F0A-3DAAFA451C1D}"/>
              </a:ext>
            </a:extLst>
          </p:cNvPr>
          <p:cNvCxnSpPr>
            <a:cxnSpLocks/>
            <a:stCxn id="21" idx="1"/>
            <a:endCxn id="16" idx="3"/>
          </p:cNvCxnSpPr>
          <p:nvPr/>
        </p:nvCxnSpPr>
        <p:spPr>
          <a:xfrm flipH="1" flipV="1">
            <a:off x="6096000" y="3336662"/>
            <a:ext cx="389818" cy="23215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99E80F7-6DA2-2DCC-8633-5FEA44ECD388}"/>
              </a:ext>
            </a:extLst>
          </p:cNvPr>
          <p:cNvCxnSpPr>
            <a:cxnSpLocks/>
            <a:stCxn id="20" idx="1"/>
            <a:endCxn id="16" idx="3"/>
          </p:cNvCxnSpPr>
          <p:nvPr/>
        </p:nvCxnSpPr>
        <p:spPr>
          <a:xfrm flipH="1">
            <a:off x="6096000" y="2616325"/>
            <a:ext cx="389818" cy="72033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F648178-FD5E-EC8F-B45F-0B6A3AB4432D}"/>
              </a:ext>
            </a:extLst>
          </p:cNvPr>
          <p:cNvCxnSpPr>
            <a:cxnSpLocks/>
            <a:stCxn id="19" idx="1"/>
            <a:endCxn id="15" idx="3"/>
          </p:cNvCxnSpPr>
          <p:nvPr/>
        </p:nvCxnSpPr>
        <p:spPr>
          <a:xfrm flipH="1">
            <a:off x="6096000" y="1663831"/>
            <a:ext cx="389818" cy="14184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6FE658C-6F67-3065-27A4-C5DA042FB96D}"/>
              </a:ext>
            </a:extLst>
          </p:cNvPr>
          <p:cNvCxnSpPr>
            <a:cxnSpLocks/>
            <a:stCxn id="6" idx="3"/>
            <a:endCxn id="15" idx="1"/>
          </p:cNvCxnSpPr>
          <p:nvPr/>
        </p:nvCxnSpPr>
        <p:spPr>
          <a:xfrm flipV="1">
            <a:off x="4140505" y="1805674"/>
            <a:ext cx="326358" cy="1169194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014B749-3DF5-F5B6-2514-C06EED48A0C5}"/>
              </a:ext>
            </a:extLst>
          </p:cNvPr>
          <p:cNvCxnSpPr>
            <a:cxnSpLocks/>
            <a:stCxn id="13" idx="1"/>
            <a:endCxn id="4" idx="3"/>
          </p:cNvCxnSpPr>
          <p:nvPr/>
        </p:nvCxnSpPr>
        <p:spPr>
          <a:xfrm flipH="1" flipV="1">
            <a:off x="2137272" y="1833337"/>
            <a:ext cx="661696" cy="456612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B9B5BE5-FBB2-4D61-7C40-A3CE39A6E9E9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2159197" y="1995110"/>
            <a:ext cx="671029" cy="212128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B27F7F6-D6AB-C4C2-A650-372495212762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2137272" y="1833337"/>
            <a:ext cx="692954" cy="114153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F7904B9-F106-633F-E28D-36F171FDBE84}"/>
              </a:ext>
            </a:extLst>
          </p:cNvPr>
          <p:cNvCxnSpPr>
            <a:cxnSpLocks/>
            <a:stCxn id="8" idx="1"/>
            <a:endCxn id="4" idx="3"/>
          </p:cNvCxnSpPr>
          <p:nvPr/>
        </p:nvCxnSpPr>
        <p:spPr>
          <a:xfrm flipH="1" flipV="1">
            <a:off x="2137272" y="1833337"/>
            <a:ext cx="671196" cy="342459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3" name="Straight Connector 1052">
            <a:extLst>
              <a:ext uri="{FF2B5EF4-FFF2-40B4-BE49-F238E27FC236}">
                <a16:creationId xmlns:a16="http://schemas.microsoft.com/office/drawing/2014/main" id="{8097594A-9A03-53C3-A8F5-2B5FAA68813B}"/>
              </a:ext>
            </a:extLst>
          </p:cNvPr>
          <p:cNvCxnSpPr>
            <a:cxnSpLocks/>
            <a:stCxn id="23" idx="1"/>
            <a:endCxn id="18" idx="3"/>
          </p:cNvCxnSpPr>
          <p:nvPr/>
        </p:nvCxnSpPr>
        <p:spPr>
          <a:xfrm flipH="1" flipV="1">
            <a:off x="6096000" y="6398639"/>
            <a:ext cx="389818" cy="2766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0" name="Straight Connector 1059">
            <a:extLst>
              <a:ext uri="{FF2B5EF4-FFF2-40B4-BE49-F238E27FC236}">
                <a16:creationId xmlns:a16="http://schemas.microsoft.com/office/drawing/2014/main" id="{AD3A330E-F7CB-8AE5-DF55-7DF825D3BFD6}"/>
              </a:ext>
            </a:extLst>
          </p:cNvPr>
          <p:cNvCxnSpPr>
            <a:cxnSpLocks/>
            <a:stCxn id="18" idx="1"/>
            <a:endCxn id="13" idx="3"/>
          </p:cNvCxnSpPr>
          <p:nvPr/>
        </p:nvCxnSpPr>
        <p:spPr>
          <a:xfrm flipH="1">
            <a:off x="4109247" y="6398639"/>
            <a:ext cx="357616" cy="82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1" name="Straight Connector 1060">
            <a:extLst>
              <a:ext uri="{FF2B5EF4-FFF2-40B4-BE49-F238E27FC236}">
                <a16:creationId xmlns:a16="http://schemas.microsoft.com/office/drawing/2014/main" id="{6A0D3D6A-059F-30D1-8738-D194B012BB12}"/>
              </a:ext>
            </a:extLst>
          </p:cNvPr>
          <p:cNvCxnSpPr>
            <a:cxnSpLocks/>
            <a:stCxn id="17" idx="1"/>
            <a:endCxn id="8" idx="3"/>
          </p:cNvCxnSpPr>
          <p:nvPr/>
        </p:nvCxnSpPr>
        <p:spPr>
          <a:xfrm flipH="1">
            <a:off x="4118747" y="4867650"/>
            <a:ext cx="348116" cy="39028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2" name="Straight Connector 1061">
            <a:extLst>
              <a:ext uri="{FF2B5EF4-FFF2-40B4-BE49-F238E27FC236}">
                <a16:creationId xmlns:a16="http://schemas.microsoft.com/office/drawing/2014/main" id="{1A9AC517-22D8-2C58-9E69-991FB7CF0A52}"/>
              </a:ext>
            </a:extLst>
          </p:cNvPr>
          <p:cNvCxnSpPr>
            <a:cxnSpLocks/>
            <a:stCxn id="16" idx="1"/>
            <a:endCxn id="7" idx="3"/>
          </p:cNvCxnSpPr>
          <p:nvPr/>
        </p:nvCxnSpPr>
        <p:spPr>
          <a:xfrm flipH="1">
            <a:off x="4140505" y="3336662"/>
            <a:ext cx="326358" cy="77973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7" name="Straight Connector 1086">
            <a:extLst>
              <a:ext uri="{FF2B5EF4-FFF2-40B4-BE49-F238E27FC236}">
                <a16:creationId xmlns:a16="http://schemas.microsoft.com/office/drawing/2014/main" id="{7002FB5D-D1BC-E4F5-CA03-E85A36631B5B}"/>
              </a:ext>
            </a:extLst>
          </p:cNvPr>
          <p:cNvCxnSpPr>
            <a:cxnSpLocks/>
            <a:stCxn id="9" idx="0"/>
            <a:endCxn id="4" idx="2"/>
          </p:cNvCxnSpPr>
          <p:nvPr/>
        </p:nvCxnSpPr>
        <p:spPr>
          <a:xfrm flipV="1">
            <a:off x="1482132" y="2214390"/>
            <a:ext cx="1" cy="216558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462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129</Words>
  <Application>Microsoft Macintosh PowerPoint</Application>
  <PresentationFormat>Widescreen</PresentationFormat>
  <Paragraphs>25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Alan Bradley</dc:creator>
  <cp:lastModifiedBy>Samuel Alan Bradley</cp:lastModifiedBy>
  <cp:revision>1</cp:revision>
  <dcterms:created xsi:type="dcterms:W3CDTF">2025-11-07T07:47:27Z</dcterms:created>
  <dcterms:modified xsi:type="dcterms:W3CDTF">2025-11-07T08:38:19Z</dcterms:modified>
</cp:coreProperties>
</file>